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DCF7EC"/>
    <a:srgbClr val="E8FAF6"/>
    <a:srgbClr val="F5FCFB"/>
    <a:srgbClr val="EEFCFA"/>
    <a:srgbClr val="FCFEFD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14440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28800" y="39180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AirOps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Air Operations Decision Support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715881"/>
            <a:ext cx="6008306" cy="4095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9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26249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Air Power – Predictive Maintenance &amp; Fleet Availability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 – 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 - 143430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 - THULYA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81630" y="176576"/>
            <a:ext cx="8198455" cy="1143000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AirOps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– AI Powered Air Operations Decision Support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3999" y="643219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200" b="1" dirty="0" err="1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AirOps</a:t>
            </a:r>
            <a:r>
              <a:rPr lang="en-US" sz="1200" b="1" dirty="0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 – AI Powered Air Operations Decision Support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90" dirty="0"/>
              <a:t>THULYA</a:t>
            </a:r>
            <a:endParaRPr lang="en-IN" sz="179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1BD024-5724-36BC-6219-CD2F670DE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1551"/>
            <a:ext cx="12192000" cy="5078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90" dirty="0"/>
              <a:t>THULYA</a:t>
            </a:r>
            <a:endParaRPr lang="en-IN" sz="179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3FE6BBF-DE87-3E79-7739-17C5AA47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3219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200" b="1" dirty="0" err="1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AirOps</a:t>
            </a:r>
            <a:r>
              <a:rPr lang="en-US" sz="1200" b="1" dirty="0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 – AI Powered Air Operations Decision Support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0F279-C724-3631-2856-5A73CCF25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271551"/>
            <a:ext cx="12192000" cy="5078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90" dirty="0"/>
              <a:t>THULYA</a:t>
            </a:r>
            <a:endParaRPr lang="en-IN" sz="179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A897676-3815-6490-BD35-4C27C799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3219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200" b="1" dirty="0" err="1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AirOps</a:t>
            </a:r>
            <a:r>
              <a:rPr lang="en-US" sz="1200" b="1" dirty="0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 – AI Powered Air Operations Decision Support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B20953-6BB1-3C62-71F1-3561AA17B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296704"/>
            <a:ext cx="12192000" cy="505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90" dirty="0"/>
              <a:t>THULYA</a:t>
            </a:r>
            <a:endParaRPr lang="en-IN" sz="179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2F8CCD15-3A26-A96C-C27E-348DB27A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3219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200" b="1" dirty="0" err="1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AirOps</a:t>
            </a:r>
            <a:r>
              <a:rPr lang="en-US" sz="1200" b="1" dirty="0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 – AI Powered Air Operations Decision Support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D6309-C3F3-C203-8078-161BF277C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7399"/>
            <a:ext cx="12192000" cy="50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90" dirty="0"/>
              <a:t>THULYA</a:t>
            </a:r>
            <a:endParaRPr lang="en-IN" sz="179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547B2AC6-3554-6CCA-8F7B-EC6B403A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3219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200" b="1" dirty="0" err="1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AirOps</a:t>
            </a:r>
            <a:r>
              <a:rPr lang="en-US" sz="1200" b="1" dirty="0">
                <a:solidFill>
                  <a:schemeClr val="bg1"/>
                </a:solidFill>
                <a:ea typeface="ＭＳ Ｐゴシック" pitchFamily="1" charset="-128"/>
                <a:cs typeface="Times New Roman" panose="02020603050405020304" pitchFamily="18" charset="0"/>
              </a:rPr>
              <a:t> – AI Powered Air Operations Decision Support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04E79F-F2DB-F60F-0B20-75F3E658F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43923"/>
            <a:ext cx="12192000" cy="521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9474</TotalTime>
  <Words>117</Words>
  <Application>Microsoft Office PowerPoint</Application>
  <PresentationFormat>Widescreen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AirOps – AI Powered Air Operations Decision Support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Krishnajith H</cp:lastModifiedBy>
  <cp:revision>163</cp:revision>
  <dcterms:created xsi:type="dcterms:W3CDTF">2013-12-12T18:46:50Z</dcterms:created>
  <dcterms:modified xsi:type="dcterms:W3CDTF">2026-10-07T20:44:18Z</dcterms:modified>
  <cp:category/>
</cp:coreProperties>
</file>